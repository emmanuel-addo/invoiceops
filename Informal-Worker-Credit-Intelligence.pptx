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Manrope"/>
      <p:regular r:id="rId201316"/>
    </p:embeddedFont>
    <p:embeddedFont>
      <p:font typeface="Manrop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Informal Worker Credit Intelligence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Millions of hardworking Ghanaians have real income and years of MoMo transaction history — yet remain invisible to formal lenders. AI can change that.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5408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Credit Gap Is a Data Gap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65266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Informal workers — traders, artisans, farmers, drivers — have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real income and consistent transaction history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But banks ask for documents they simply don't have.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92573"/>
            <a:ext cx="4722763" cy="2096839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2497336"/>
            <a:ext cx="2356619" cy="1270471"/>
          </a:xfrm>
          <a:custGeom>
            <a:avLst/>
            <a:gdLst/>
            <a:ahLst/>
            <a:cxnLst/>
            <a:rect l="l" t="t" r="r" b="b"/>
            <a:pathLst>
              <a:path w="2356619" h="1270471">
                <a:moveTo>
                  <a:pt x="106326" y="0"/>
                </a:moveTo>
                <a:lnTo>
                  <a:pt x="2356619" y="0"/>
                </a:lnTo>
                <a:lnTo>
                  <a:pt x="2356619" y="1270471"/>
                </a:lnTo>
                <a:lnTo>
                  <a:pt x="0" y="1270471"/>
                </a:lnTo>
                <a:lnTo>
                  <a:pt x="0" y="106326"/>
                </a:lnTo>
                <a:arcTo hR="106326" wR="106326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2639095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Banks Require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945606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Payslips, registered business documents, and collateral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2497336"/>
            <a:ext cx="2356619" cy="1270471"/>
          </a:xfrm>
          <a:custGeom>
            <a:avLst/>
            <a:gdLst/>
            <a:ahLst/>
            <a:cxnLst/>
            <a:rect l="l" t="t" r="r" b="b"/>
            <a:pathLst>
              <a:path w="2356619" h="1270471">
                <a:moveTo>
                  <a:pt x="0" y="0"/>
                </a:moveTo>
                <a:lnTo>
                  <a:pt x="2250293" y="0"/>
                </a:lnTo>
                <a:arcTo hR="106326" wR="106326" stAng="16200000" swAng="5400000"/>
                <a:lnTo>
                  <a:pt x="2356619" y="1270471"/>
                </a:lnTo>
                <a:lnTo>
                  <a:pt x="0" y="12704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497336"/>
            <a:ext cx="19050" cy="1270471"/>
          </a:xfrm>
          <a:prstGeom prst="roundRect">
            <a:avLst>
              <a:gd name="adj" fmla="val 50000"/>
            </a:avLst>
          </a:prstGeom>
          <a:solidFill>
            <a:srgbClr val="E5562D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2639095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Workers Have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2945606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Years of MoMo transaction data, income patterns, and repayment behavior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0881" y="3767807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0" y="0"/>
                </a:moveTo>
                <a:lnTo>
                  <a:pt x="4713238" y="0"/>
                </a:lnTo>
                <a:lnTo>
                  <a:pt x="4713238" y="710517"/>
                </a:lnTo>
                <a:arcTo hR="106326" wR="106326" stAng="0" swAng="5400000"/>
                <a:lnTo>
                  <a:pt x="106326" y="816843"/>
                </a:lnTo>
                <a:arcTo hR="106326" wR="106326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881" y="3767807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E5562D"/>
          </a:solidFill>
          <a:ln/>
        </p:spPr>
      </p:sp>
      <p:sp>
        <p:nvSpPr>
          <p:cNvPr id="15" name="Text 12"/>
          <p:cNvSpPr/>
          <p:nvPr/>
        </p:nvSpPr>
        <p:spPr>
          <a:xfrm>
            <a:off x="642640" y="3909566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2640" y="421607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Millions locked out of formal credit despite being creditworthy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3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Transaction History Into a Credit Profile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658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AI system can convert raw MoMo data into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structured, lender-readable credit profile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surfacing signals traditional underwriting misses.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895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Regularity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Detect consistent income patterns and cash flow stability over time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78955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396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Savings Consistency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4616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habitual saving behavior as a proxy for financial discipline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83310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4400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Spending Behavior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15051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expenditure patterns to assess lifestyle and financial priorities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383310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84400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Repayment Capacity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150519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Surface evidence of ability and willingness to repay — actionable for lenders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Build This — and How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07473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Capabilities to Deploy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3295" y="2234878"/>
            <a:ext cx="109612" cy="1096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03440" y="2231306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Transaction pattern analysis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decode behavioral signals from MoMo history</a:t>
            </a:r>
            <a:endParaRPr lang="en-US" sz="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295" y="2533129"/>
            <a:ext cx="109612" cy="1096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03440" y="2529557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Alternative credit scoring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build models that don't rely on traditional documentation</a:t>
            </a:r>
            <a:endParaRPr lang="en-US" sz="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3295" y="2831381"/>
            <a:ext cx="109612" cy="10961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903440" y="2827809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LLM-powered explanations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plain-language score summaries for applicants</a:t>
            </a:r>
            <a:endParaRPr lang="en-US" sz="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3295" y="3129632"/>
            <a:ext cx="109612" cy="10961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03440" y="3126060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Voice AI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serve low-literacy users in local languages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9220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Success Looks Like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1027807"/>
            <a:ext cx="2295971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48hrs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925119" y="1569244"/>
            <a:ext cx="22959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Readiness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925119" y="1822400"/>
            <a:ext cx="22959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credit application preparation time from weeks to under 48 hours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51910" y="1027807"/>
            <a:ext cx="2295971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6351910" y="1569244"/>
            <a:ext cx="22959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Payslips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51910" y="1822400"/>
            <a:ext cx="22959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traditional documentation needed — MoMo history becomes the evidence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138514" y="2454994"/>
            <a:ext cx="2295971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5138514" y="2996431"/>
            <a:ext cx="22959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Evidence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38514" y="3249588"/>
            <a:ext cx="2295971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Lenders receive clear, actionable creditworthiness data they can act on immediately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0905"/>
            <a:ext cx="4722763" cy="803300"/>
          </a:xfrm>
          <a:prstGeom prst="roundRect">
            <a:avLst>
              <a:gd name="adj" fmla="val 13650"/>
            </a:avLst>
          </a:prstGeom>
          <a:solidFill>
            <a:srgbClr val="FFD7C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934" y="4063157"/>
            <a:ext cx="152251" cy="121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1001" y="4045967"/>
            <a:ext cx="420506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vision: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Faster, more confident lending decisions for millions of Ghanaians who have always deserved access to credit — they just needed a way to prove it.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2026-08-14T07:02:01Z</dcterms:created>
  <dcterms:modified xsi:type="dcterms:W3CDTF">2026-08-14T07:02:01Z</dcterms:modified>
</cp:coreProperties>
</file>